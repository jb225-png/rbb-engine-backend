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Mystery of the Disappearing Bees</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RI.6.1 CITING TEXTUAL EVIDENCE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Cite Evidence | Analyze Informational Text | Draw Conclusions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Use evidence to support inferences drawn from an informational passage</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Be ready to cite specific evidence from the text when answering questions.</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Mystery of the Disappearing Bees</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Honeybee decline threatens ecosystems and requires evidence-based solutions.</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This passage explores Colony Collapse Disorder, a mysterious phenomenon causing honeybee populations to decline worldwide. Scientists have been investigating the causes for decades. As you read, pay attention to facts and details that support the author's key claims.</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Colony Collapse Disorder: a phenomenon where worker bees disappear from a hive, leaving it unable to survive</a:t>
            </a:r>
          </a:p>
          <a:p>
            <a:r>
              <a:rPr lang="en-US" sz="1200" dirty="0" b="0">
                <a:latin typeface="Open Sans" pitchFamily="2" charset="0"/>
                <a:ea typeface="Open Sans" pitchFamily="2" charset="0"/>
                <a:cs typeface="Open Sans" pitchFamily="2" charset="0"/>
              </a:rPr>
              <a:t>• pollinator: an animal that transfers pollen between flowers, helping plants reproduce</a:t>
            </a:r>
          </a:p>
          <a:p>
            <a:r>
              <a:rPr lang="en-US" sz="1200" dirty="0" b="0">
                <a:latin typeface="Open Sans" pitchFamily="2" charset="0"/>
                <a:ea typeface="Open Sans" pitchFamily="2" charset="0"/>
                <a:cs typeface="Open Sans" pitchFamily="2" charset="0"/>
              </a:rPr>
              <a:t>• pesticide: a chemical substance used to kill insects or organisms that damage crops</a:t>
            </a:r>
          </a:p>
          <a:p>
            <a:r>
              <a:rPr lang="en-US" sz="1200" dirty="0" b="0">
                <a:latin typeface="Open Sans" pitchFamily="2" charset="0"/>
                <a:ea typeface="Open Sans" pitchFamily="2" charset="0"/>
                <a:cs typeface="Open Sans" pitchFamily="2" charset="0"/>
              </a:rPr>
              <a:t>• ecosystem: a community of living organisms interacting with their environment</a:t>
            </a:r>
          </a:p>
          <a:p>
            <a:r>
              <a:rPr lang="en-US" sz="1200" dirty="0" b="0">
                <a:latin typeface="Open Sans" pitchFamily="2" charset="0"/>
                <a:ea typeface="Open Sans" pitchFamily="2" charset="0"/>
                <a:cs typeface="Open Sans" pitchFamily="2" charset="0"/>
              </a:rPr>
              <a:t>• inference: a conclusion reached using evidence and reasoning, not stated directly</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The Mystery of the Disappearing Bees</a:t>
            </a:r>
          </a:p>
          <a:p/>
          <a:p>
            <a:r>
              <a:rPr lang="en-US" sz="1200" dirty="0" b="0">
                <a:latin typeface="Open Sans" pitchFamily="2" charset="0"/>
                <a:ea typeface="Open Sans" pitchFamily="2" charset="0"/>
                <a:cs typeface="Open Sans" pitchFamily="2" charset="0"/>
              </a:rPr>
              <a:t>Imagine walking into an orchard one spring morning and finding thousands of empty beehives. The queen bee remains, honey still fills the combs, but the worker bees have simply vanished. This is exactly what beekeepers across North America began reporting in 2006. Scientists named the phenomenon Colony Collapse Disorder, or CCD, and they have been searching for answers ever since.</a:t>
            </a:r>
          </a:p>
          <a:p/>
          <a:p>
            <a:r>
              <a:rPr lang="en-US" sz="1200" dirty="0" b="0">
                <a:latin typeface="Open Sans" pitchFamily="2" charset="0"/>
                <a:ea typeface="Open Sans" pitchFamily="2" charset="0"/>
                <a:cs typeface="Open Sans" pitchFamily="2" charset="0"/>
              </a:rPr>
              <a:t>Honeybees are among the most important pollinators on Earth. According to the United States Department of Agriculture, bees pollinate roughly one-third of all the food Americans eat, including almonds, apples, blueberries, and broccoli. Without bees moving pollen from flower to flower, many crops would fail entirely. Farmers would face devastating losses, and grocery store shelves would look very different.</a:t>
            </a:r>
          </a:p>
          <a:p/>
          <a:p>
            <a:r>
              <a:rPr lang="en-US" sz="1200" dirty="0" b="0">
                <a:latin typeface="Open Sans" pitchFamily="2" charset="0"/>
                <a:ea typeface="Open Sans" pitchFamily="2" charset="0"/>
                <a:cs typeface="Open Sans" pitchFamily="2" charset="0"/>
              </a:rPr>
              <a:t>Researchers have proposed several explanations for CCD. One leading theory involves a class of pesticides called neonicotinoids. These chemicals are applied to crop seeds before planting, which means they spread through the entire plant as it grows — including its pollen and nectar. Studies have shown that even small doses of neonicotinoids can damage a bee's ability to navigate, communicate, and fight off disease. A bee that cannot find its way back to the hive is a bee that will not survive.</a:t>
            </a:r>
          </a:p>
          <a:p/>
          <a:p>
            <a:r>
              <a:rPr lang="en-US" sz="1200" dirty="0" b="0">
                <a:latin typeface="Open Sans" pitchFamily="2" charset="0"/>
                <a:ea typeface="Open Sans" pitchFamily="2" charset="0"/>
                <a:cs typeface="Open Sans" pitchFamily="2" charset="0"/>
              </a:rPr>
              <a:t>However, pesticides alone may not tell the whole story. Scientists also point to the Varroa mite, a tiny parasite that attaches to bees and feeds on their bodies. The mite weakens individual bees and spreads harmful viruses throughout the colony. Beekeepers who fail to treat their hives regularly often find their colonies crashing within a year or two.</a:t>
            </a:r>
          </a:p>
          <a:p/>
          <a:p>
            <a:r>
              <a:rPr lang="en-US" sz="1200" dirty="0" b="0">
                <a:latin typeface="Open Sans" pitchFamily="2" charset="0"/>
                <a:ea typeface="Open Sans" pitchFamily="2" charset="0"/>
                <a:cs typeface="Open Sans" pitchFamily="2" charset="0"/>
              </a:rPr>
              <a:t>A third factor is habitat loss. As farms expand and wild meadows disappear, bees have fewer flowers to feed on. A malnourished bee colony cannot withstand other stressors, making it far more vulnerable to both pesticides and parasites.</a:t>
            </a:r>
          </a:p>
          <a:p/>
          <a:p>
            <a:r>
              <a:rPr lang="en-US" sz="1200" dirty="0" b="0">
                <a:latin typeface="Open Sans" pitchFamily="2" charset="0"/>
                <a:ea typeface="Open Sans" pitchFamily="2" charset="0"/>
                <a:cs typeface="Open Sans" pitchFamily="2" charset="0"/>
              </a:rPr>
              <a:t>Most scientists now believe that CCD results from a combination of all three fact</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According to the passage, what is Colony Collapse Disorder? Cite at least one specific detail from the text in your answer.</a:t>
            </a:r>
          </a:p>
          <a:p>
            <a:r>
              <a:rPr lang="en-US" sz="1200" dirty="0" b="0">
                <a:latin typeface="Open Sans" pitchFamily="2" charset="0"/>
                <a:ea typeface="Open Sans" pitchFamily="2" charset="0"/>
                <a:cs typeface="Open Sans" pitchFamily="2" charset="0"/>
              </a:rPr>
              <a:t>2. The author claims that honeybees are critically important to the food supply. What evidence from the passage best supports this claim? Explain why you chose that evidence.</a:t>
            </a:r>
          </a:p>
          <a:p>
            <a:r>
              <a:rPr lang="en-US" sz="1200" dirty="0" b="0">
                <a:latin typeface="Open Sans" pitchFamily="2" charset="0"/>
                <a:ea typeface="Open Sans" pitchFamily="2" charset="0"/>
                <a:cs typeface="Open Sans" pitchFamily="2" charset="0"/>
              </a:rPr>
              <a:t>3. The passage describes three possible causes of CCD. Which cause do you think the author presents most convincingly? Use specific details from the text to support your reasoning.</a:t>
            </a:r>
          </a:p>
          <a:p>
            <a:r>
              <a:rPr lang="en-US" sz="1200" dirty="0" b="0">
                <a:latin typeface="Open Sans" pitchFamily="2" charset="0"/>
                <a:ea typeface="Open Sans" pitchFamily="2" charset="0"/>
                <a:cs typeface="Open Sans" pitchFamily="2" charset="0"/>
              </a:rPr>
              <a:t>4. Based on evidence in the passage, what inference can you make about what might happen to the food supply if bee populations continue to decline? What text evidence supports your inference?</a:t>
            </a:r>
          </a:p>
          <a:p>
            <a:r>
              <a:rPr lang="en-US" sz="1200" dirty="0" b="0">
                <a:latin typeface="Open Sans" pitchFamily="2" charset="0"/>
                <a:ea typeface="Open Sans" pitchFamily="2" charset="0"/>
                <a:cs typeface="Open Sans" pitchFamily="2" charset="0"/>
              </a:rPr>
              <a:t>5. The author ends by saying these efforts are "steps in the right direction." Does the passage provide enough evidence to support this conclusion? Cite specific details to explain your thinking.</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